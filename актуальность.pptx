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886968"/>
            <a:ext cx="1463040" cy="411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875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Геолокализация изображений в задачах безопасности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2628" y="1508760"/>
            <a:ext cx="2606040" cy="3063240"/>
          </a:xfrm>
          <a:prstGeom prst="rect">
            <a:avLst/>
          </a:prstGeom>
          <a:solidFill>
            <a:srgbClr val="132233"/>
          </a:solidFill>
          <a:ln w="10160">
            <a:solidFill>
              <a:srgbClr val="1E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2628" y="1508760"/>
            <a:ext cx="260604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" y="16916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17220" y="231343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ОРД: точка съёмки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" y="3017520"/>
            <a:ext cx="2276856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" y="3136392"/>
            <a:ext cx="22768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местоположения точки съёмки фото и видео при проведении оперативно-розыскных мероприятий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68980" y="1508760"/>
            <a:ext cx="2606040" cy="3063240"/>
          </a:xfrm>
          <a:prstGeom prst="rect">
            <a:avLst/>
          </a:prstGeom>
          <a:solidFill>
            <a:srgbClr val="132233"/>
          </a:solidFill>
          <a:ln w="10160">
            <a:solidFill>
              <a:srgbClr val="1E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8980" y="1508760"/>
            <a:ext cx="260604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0148" y="16916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33572" y="231343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Скомпрометированные камеры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33572" y="3017520"/>
            <a:ext cx="2276856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33572" y="3136392"/>
            <a:ext cx="22768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географических координат сетевых камер видеонаблюдения, захваченных злоумышленниками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5332" y="1508760"/>
            <a:ext cx="2606040" cy="3063240"/>
          </a:xfrm>
          <a:prstGeom prst="rect">
            <a:avLst/>
          </a:prstGeom>
          <a:solidFill>
            <a:srgbClr val="132233"/>
          </a:solidFill>
          <a:ln w="10160">
            <a:solidFill>
              <a:srgbClr val="1E3A5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5332" y="1508760"/>
            <a:ext cx="2606040" cy="594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6500" y="16916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49924" y="2313432"/>
            <a:ext cx="2276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Отслеживание передвижений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49924" y="3017520"/>
            <a:ext cx="2276856" cy="2286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9924" y="3136392"/>
            <a:ext cx="227685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E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перемещения техники и личного состава по фотоматериалам из открытых источников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2026-06-09T11:15:35Z</dcterms:created>
  <dcterms:modified xsi:type="dcterms:W3CDTF">2026-06-09T11:15:35Z</dcterms:modified>
</cp:coreProperties>
</file>